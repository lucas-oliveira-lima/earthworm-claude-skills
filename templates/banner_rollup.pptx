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100000" cy="180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00000" cy="36000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200000"/>
            <a:ext cx="8100000" cy="180000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00000"/>
            <a:ext cx="8100000" cy="1800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ew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432000"/>
            <a:ext cx="6660000" cy="9727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4140000"/>
            <a:ext cx="702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C3C3C"/>
                </a:solidFill>
                <a:latin typeface="Arial"/>
              </a:rPr>
              <a:t>PROJECTO
SEMENTES
DA MUDANÇA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8640000"/>
            <a:ext cx="70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E94F2D"/>
                </a:solidFill>
                <a:latin typeface="Arial"/>
              </a:rPr>
              <a:t>Produção sustentável de cacau
para um futuro mais justo.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20000" y="10800000"/>
            <a:ext cx="6660000" cy="0"/>
          </a:xfrm>
          <a:prstGeom prst="line">
            <a:avLst/>
          </a:prstGeom>
          <a:ln w="12700">
            <a:solidFill>
              <a:srgbClr val="BC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0000" y="11340000"/>
            <a:ext cx="432000" cy="4320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11340000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000" y="11340000"/>
            <a:ext cx="6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C3C3C"/>
                </a:solidFill>
                <a:latin typeface="Arial"/>
              </a:rPr>
              <a:t>Capacitação técnica de produtores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12492000"/>
            <a:ext cx="432000" cy="4320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000" y="12492000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000" y="12492000"/>
            <a:ext cx="6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C3C3C"/>
                </a:solidFill>
                <a:latin typeface="Arial"/>
              </a:rPr>
              <a:t>Apoio à certificação sustentável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13644000"/>
            <a:ext cx="432000" cy="4320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13644000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000" y="13644000"/>
            <a:ext cx="6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C3C3C"/>
                </a:solidFill>
                <a:latin typeface="Arial"/>
              </a:rPr>
              <a:t>Rastreabilidade da cadeia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0" y="14796000"/>
            <a:ext cx="432000" cy="4320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14796000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000" y="14796000"/>
            <a:ext cx="64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C3C3C"/>
                </a:solidFill>
                <a:latin typeface="Arial"/>
              </a:rPr>
              <a:t>Conexão com mercados responsáveis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16380000"/>
            <a:ext cx="81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www.earthworm.org</a:t>
            </a:r>
          </a:p>
        </p:txBody>
      </p:sp>
      <p:pic>
        <p:nvPicPr>
          <p:cNvPr id="22" name="Picture 21" descr="symbol_ew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000" y="16992000"/>
            <a:ext cx="1037986" cy="126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0" y="17784000"/>
            <a:ext cx="81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BCBCBC"/>
                </a:solidFill>
                <a:latin typeface="Arial"/>
              </a:rPr>
              <a:t>⚠ Escala 1:4 — Imprimir em 90×200cm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