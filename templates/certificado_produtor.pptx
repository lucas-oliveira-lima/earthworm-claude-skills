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0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0"/>
            <a:ext cx="10692000" cy="90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432000" cy="55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0260000" cy="5580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44000"/>
            <a:ext cx="2880000" cy="420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216000"/>
            <a:ext cx="1033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CERTIFICADO DE PARTICIPAÇÃO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6000" y="126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94F2D"/>
                </a:solidFill>
                <a:latin typeface="Arial"/>
              </a:rPr>
              <a:t>Earthworm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6000" y="1800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C7C7C"/>
                </a:solidFill>
                <a:latin typeface="Arial"/>
              </a:rPr>
              <a:t>certifica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5999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C3C3C"/>
                </a:solidFill>
                <a:latin typeface="Arial"/>
              </a:rPr>
              <a:t>[Nome do Produtor(a)]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0000" y="3348000"/>
            <a:ext cx="7092000" cy="0"/>
          </a:xfrm>
          <a:prstGeom prst="line">
            <a:avLst/>
          </a:prstGeom>
          <a:ln w="38100">
            <a:solidFill>
              <a:srgbClr val="E94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0000" y="3600000"/>
            <a:ext cx="92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C3C3C"/>
                </a:solidFill>
                <a:latin typeface="Arial"/>
              </a:rPr>
              <a:t>participou do Projecto Sementes da Mudança e concluiu com êxito
as actividades de capacitação técnica e produção sustentável de cacau.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6000" y="4860000"/>
            <a:ext cx="2520000" cy="792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6000" y="4932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Projecto Sementes da Mudança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6192000"/>
            <a:ext cx="2520000" cy="0"/>
          </a:xfrm>
          <a:prstGeom prst="line">
            <a:avLst/>
          </a:prstGeom>
          <a:ln w="127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6263999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Arial"/>
              </a:rPr>
              <a:t>Técnico(a) Responsável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2000" y="6192000"/>
            <a:ext cx="2520000" cy="0"/>
          </a:xfrm>
          <a:prstGeom prst="line">
            <a:avLst/>
          </a:prstGeom>
          <a:ln w="127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92000" y="6263999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Arial"/>
              </a:rPr>
              <a:t>Director Earthworm Foundation Brasil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000" y="6192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C7C7C"/>
                </a:solidFill>
                <a:latin typeface="Arial"/>
              </a:rPr>
              <a:t>[ Local ]  ·  [ Data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768000"/>
            <a:ext cx="96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CBCBC"/>
                </a:solidFill>
                <a:latin typeface="Arial"/>
              </a:rPr>
              <a:t>www.earthworm.org  ·  info@earthworm.org</a:t>
            </a:r>
          </a:p>
        </p:txBody>
      </p:sp>
      <p:pic>
        <p:nvPicPr>
          <p:cNvPr id="21" name="Picture 20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000" y="6732000"/>
            <a:ext cx="533822" cy="6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