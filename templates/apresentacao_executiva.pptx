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657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4F2D"/>
                </a:solidFill>
                <a:latin typeface="Arial"/>
              </a:rPr>
              <a:t>Earthworm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462915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94F2D"/>
                </a:solidFill>
                <a:latin typeface="Arial"/>
              </a:rPr>
              <a:t>Earthworm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62915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7C7C"/>
                </a:solidFill>
                <a:latin typeface="Arial"/>
              </a:rPr>
              <a:t>www.earthworm.org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0180"/>
            <a:ext cx="4754880" cy="1800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C3C3C"/>
                </a:solidFill>
                <a:latin typeface="Arial"/>
              </a:rPr>
              <a:t>Template de Apresentação
Earthworm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028700"/>
            <a:ext cx="3200400" cy="2828925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00225"/>
            <a:ext cx="283464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7C7C"/>
                </a:solidFill>
                <a:latin typeface="Arial"/>
              </a:rPr>
              <a:t>[Inserir foto de
alta qualidade]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857625"/>
            <a:ext cx="3200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F2D"/>
                </a:solidFill>
                <a:latin typeface="Arial"/>
              </a:rPr>
              <a:t>Descreva o objectivo da apresentação em uma frase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371975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7C7C"/>
                </a:solidFill>
                <a:latin typeface="Arial"/>
              </a:rPr>
              <a:t>Nome do Apresentador  ›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57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057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7C7C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057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BCBC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1525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94F2D"/>
                </a:solidFill>
                <a:latin typeface="Aria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0225"/>
            <a:ext cx="73152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  <a:latin typeface="Calibri"/>
              </a:rPr>
              <a:t>01  Contexto e Objectivos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17445"/>
            <a:ext cx="73152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  <a:latin typeface="Calibri"/>
              </a:rPr>
              <a:t>02  Nossa Abordagem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34665"/>
            <a:ext cx="73152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  <a:latin typeface="Calibri"/>
              </a:rPr>
              <a:t>03  Resultados e Impacto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1885"/>
            <a:ext cx="73152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  <a:latin typeface="Calibri"/>
              </a:rPr>
              <a:t>04  Próximos Passos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9105"/>
            <a:ext cx="73152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  <a:latin typeface="Calibri"/>
              </a:rPr>
              <a:t>05  Perguntas e Discussão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57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57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CBCBC"/>
                </a:solidFill>
                <a:latin typeface="Arial"/>
              </a:rPr>
              <a:t>Título do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8700"/>
            <a:ext cx="5486400" cy="334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94F2D"/>
                </a:solidFill>
                <a:latin typeface="Arial"/>
              </a:rPr>
              <a:t>CONTEXTO
E
OBJECTIVOS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57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057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7C7C"/>
                </a:solidFill>
                <a:latin typeface="Arial"/>
              </a:rPr>
              <a:t>Título do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057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BCBC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8655"/>
            <a:ext cx="54864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F2D"/>
                </a:solidFill>
                <a:latin typeface="Arial"/>
              </a:rPr>
              <a:t>Título da Secção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8745"/>
            <a:ext cx="5029200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Calibri"/>
              </a:rPr>
              <a:t>Insira aqui o texto principal do slide. Use frases concisas e directas. Cada slide deve comunicar uma ideia central de forma clara.
• Ponto de destaque 1
• Ponto de destaque 2
• Ponto de destaque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668655"/>
            <a:ext cx="2834640" cy="37033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263140"/>
            <a:ext cx="246888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CBCBC"/>
                </a:solidFill>
                <a:latin typeface="Arial"/>
              </a:rPr>
              <a:t>[Foto]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57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525"/>
            <a:ext cx="1371600" cy="128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Arial"/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43050"/>
            <a:ext cx="82296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Arial"/>
              </a:rPr>
              <a:t>Insira aqui uma citação impactante ou mensagem-chave que resuma o propósito da apresentação.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57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057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7C7C"/>
                </a:solidFill>
                <a:latin typeface="Arial"/>
              </a:rPr>
              <a:t>Resultados e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057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BCBC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8655"/>
            <a:ext cx="8229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F2D"/>
                </a:solidFill>
                <a:latin typeface="Arial"/>
              </a:rPr>
              <a:t>Nosso Impacto em Números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43050"/>
            <a:ext cx="256032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C3C3C"/>
                </a:solidFill>
                <a:latin typeface="Arial"/>
              </a:rPr>
              <a:t>100+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8925"/>
            <a:ext cx="25603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6464"/>
                </a:solidFill>
                <a:latin typeface="Calibri"/>
              </a:rPr>
              <a:t>Empresas parceiras
em todo o mundo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43050"/>
            <a:ext cx="256032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C3C3C"/>
                </a:solidFill>
                <a:latin typeface="Arial"/>
              </a:rPr>
              <a:t>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828925"/>
            <a:ext cx="25603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6464"/>
                </a:solidFill>
                <a:latin typeface="Calibri"/>
              </a:rPr>
              <a:t>Hectares de florestas
protegidas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43050"/>
            <a:ext cx="256032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C3C3C"/>
                </a:solidFill>
                <a:latin typeface="Arial"/>
              </a:rPr>
              <a:t>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28925"/>
            <a:ext cx="25603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6464"/>
                </a:solidFill>
                <a:latin typeface="Calibri"/>
              </a:rPr>
              <a:t>Anos de experiência
em sustentabilidade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28700"/>
            <a:ext cx="7315200" cy="128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C3C3C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7315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94F2D"/>
                </a:solidFill>
                <a:latin typeface="Arial"/>
              </a:rPr>
              <a:t>Perguntas e Discussão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97580"/>
            <a:ext cx="731520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7C7C"/>
                </a:solidFill>
                <a:latin typeface="Calibri"/>
              </a:rPr>
              <a:t>www.earthworm.org  |  info@earthworm.org
Earthworm Foundation, Nyon, Switzerland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