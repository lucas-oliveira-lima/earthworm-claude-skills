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9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503999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" y="54000"/>
            <a:ext cx="1368000" cy="1997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000" y="594000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3C3C"/>
                </a:solidFill>
                <a:latin typeface="Arial"/>
              </a:rPr>
              <a:t>[Nome Completo]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" y="917999"/>
            <a:ext cx="30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94F2D"/>
                </a:solidFill>
                <a:latin typeface="Arial"/>
              </a:rPr>
              <a:t>[Cargo / Função]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000" y="1278000"/>
            <a:ext cx="3024000" cy="0"/>
          </a:xfrm>
          <a:prstGeom prst="line">
            <a:avLst/>
          </a:prstGeom>
          <a:ln w="635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000" y="1332000"/>
            <a:ext cx="30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C7C7C"/>
                </a:solidFill>
                <a:latin typeface="Arial"/>
              </a:rPr>
              <a:t>✉  nome@earthworm.org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" y="1548000"/>
            <a:ext cx="30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C7C7C"/>
                </a:solidFill>
                <a:latin typeface="Arial"/>
              </a:rPr>
              <a:t>☎  +55 (00) 00000-0000</a:t>
            </a:r>
          </a:p>
        </p:txBody>
      </p:sp>
      <p:pic>
        <p:nvPicPr>
          <p:cNvPr id="9" name="Picture 8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0" y="1440000"/>
            <a:ext cx="355881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F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558000"/>
            <a:ext cx="2520000" cy="3680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58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earthworm.org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