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4F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8847000"/>
            <a:ext cx="10287000" cy="1440000"/>
          </a:xfrm>
          <a:prstGeom prst="rect">
            <a:avLst/>
          </a:prstGeom>
          <a:solidFill>
            <a:srgbClr val="3C3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432000"/>
            <a:ext cx="3240000" cy="4732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2160000"/>
            <a:ext cx="9207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PROJECTO
SEMENTES
DA MUDANÇA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6840000"/>
            <a:ext cx="9207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Transformando cadeias de suprimentos,
conectando empresas e agricultores.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9135000"/>
            <a:ext cx="9207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earthworm.org</a:t>
            </a:r>
          </a:p>
        </p:txBody>
      </p:sp>
      <p:pic>
        <p:nvPicPr>
          <p:cNvPr id="7" name="Picture 6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67000" y="8919000"/>
            <a:ext cx="830388" cy="100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C3C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6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80000"/>
            <a:ext cx="2880000" cy="42062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0000" y="1620000"/>
            <a:ext cx="9207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94F2D"/>
                </a:solidFill>
                <a:latin typeface="Arial"/>
              </a:rPr>
              <a:t>IMPACTO 2024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0000" y="2951999"/>
            <a:ext cx="9207000" cy="0"/>
          </a:xfrm>
          <a:prstGeom prst="line">
            <a:avLst/>
          </a:prstGeom>
          <a:ln w="38100">
            <a:solidFill>
              <a:srgbClr val="E94F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540000" y="3420000"/>
            <a:ext cx="2880000" cy="288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8000" y="3671999"/>
            <a:ext cx="26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94F2D"/>
                </a:solidFill>
                <a:latin typeface="Arial"/>
              </a:rPr>
              <a:t>1.2M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000" y="5220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Agricultores apoiados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708000" y="3420000"/>
            <a:ext cx="2880000" cy="288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16000" y="3671999"/>
            <a:ext cx="26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94F2D"/>
                </a:solidFill>
                <a:latin typeface="Arial"/>
              </a:rPr>
              <a:t>45+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16000" y="5220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Países de atuação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76000" y="3420000"/>
            <a:ext cx="2880000" cy="28800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84000" y="3671999"/>
            <a:ext cx="2664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E94F2D"/>
                </a:solidFill>
                <a:latin typeface="Arial"/>
              </a:rPr>
              <a:t>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84000" y="5220000"/>
            <a:ext cx="2664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Arial"/>
              </a:rPr>
              <a:t>Redução de desmatamento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9207000"/>
            <a:ext cx="9207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7C7C"/>
                </a:solidFill>
                <a:latin typeface="Arial"/>
              </a:rPr>
              <a:t>earthworm.org</a:t>
            </a:r>
          </a:p>
        </p:txBody>
      </p:sp>
      <p:pic>
        <p:nvPicPr>
          <p:cNvPr id="16" name="Picture 15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47000" y="8919000"/>
            <a:ext cx="741419" cy="900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260000"/>
          </a:xfrm>
          <a:prstGeom prst="rect">
            <a:avLst/>
          </a:prstGeom>
          <a:solidFill>
            <a:srgbClr val="E94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ew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00" y="180000"/>
            <a:ext cx="2880000" cy="42062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9387000"/>
            <a:ext cx="10287000" cy="900000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260000"/>
            <a:ext cx="10287000" cy="8127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CBCBC"/>
                </a:solidFill>
                <a:latin typeface="Arial"/>
              </a:rPr>
              <a:t>[ Foto / Imagem do programa 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0000" y="8307000"/>
            <a:ext cx="9207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C3C3C"/>
                </a:solidFill>
                <a:latin typeface="Arial"/>
              </a:rPr>
              <a:t>Título do Programa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0000" y="8919000"/>
            <a:ext cx="9207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646464"/>
                </a:solidFill>
                <a:latin typeface="Arial"/>
              </a:rPr>
              <a:t>Descrição curta da iniciativa e do impacto esperado.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0000" y="9495000"/>
            <a:ext cx="8487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7C7C"/>
                </a:solidFill>
                <a:latin typeface="Arial"/>
              </a:rPr>
              <a:t>earthworm.org</a:t>
            </a:r>
          </a:p>
        </p:txBody>
      </p:sp>
      <p:pic>
        <p:nvPicPr>
          <p:cNvPr id="9" name="Picture 8" descr="symbol_ew_rg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7000" y="9459000"/>
            <a:ext cx="533822" cy="64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