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430000" cy="598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59832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288000"/>
            <a:ext cx="3240000" cy="473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8000" y="1260000"/>
            <a:ext cx="46035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PROJECTO
SEMENTES
DA MUDANÇA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191200"/>
            <a:ext cx="46035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CBCBC"/>
                </a:solidFill>
                <a:latin typeface="Arial"/>
              </a:rPr>
              <a:t>earthworm.org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3500" y="900000"/>
            <a:ext cx="53865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[ Frase de impacto ou título
do conteúdo aqui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3500" y="3780000"/>
            <a:ext cx="53865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rial"/>
              </a:rPr>
              <a:t>Descrição breve — 1 ou 2 linhas sobre o conteúdo do post.</a:t>
            </a:r>
          </a:p>
        </p:txBody>
      </p:sp>
      <p:pic>
        <p:nvPicPr>
          <p:cNvPr id="8" name="Picture 7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000" y="4723200"/>
            <a:ext cx="652449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007999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08000"/>
            <a:ext cx="2520000" cy="3680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1368000"/>
            <a:ext cx="685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C3C3C"/>
                </a:solidFill>
                <a:latin typeface="Arial"/>
              </a:rPr>
              <a:t>Título do Post / Artigo / Notícia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951999"/>
            <a:ext cx="685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C7C7C"/>
                </a:solidFill>
                <a:latin typeface="Arial"/>
              </a:rPr>
              <a:t>Subtítulo ou primeira linha do conteúdo,
apresentando o tema de forma clara e objetiva.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51912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F2D"/>
                </a:solidFill>
                <a:latin typeface="Arial"/>
              </a:rPr>
              <a:t>earthworm.org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900000"/>
            <a:ext cx="4163400" cy="47232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6600" y="2451600"/>
            <a:ext cx="38034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CBCBC"/>
                </a:solidFill>
                <a:latin typeface="Arial"/>
              </a:rPr>
              <a:t>[ Imagem ]</a:t>
            </a:r>
          </a:p>
        </p:txBody>
      </p:sp>
      <p:pic>
        <p:nvPicPr>
          <p:cNvPr id="9" name="Picture 8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000" y="5155200"/>
            <a:ext cx="533822" cy="6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