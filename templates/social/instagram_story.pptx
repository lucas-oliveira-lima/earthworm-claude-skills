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2880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2000"/>
            <a:ext cx="3960000" cy="5783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960000"/>
            <a:ext cx="8847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PROJECTO
SEMENTES
DA MUDANÇA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0"/>
            <a:ext cx="8847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Transformando cadeias de suprimentos,
conectando empresas e agricultores
para um futuro mais sustentável.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407999"/>
            <a:ext cx="8847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Arial"/>
              </a:rPr>
              <a:t>Deslize para saber mais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87999"/>
            <a:ext cx="10287000" cy="1800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6848000"/>
            <a:ext cx="8847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earthworm.org</a:t>
            </a:r>
          </a:p>
        </p:txBody>
      </p:sp>
      <p:pic>
        <p:nvPicPr>
          <p:cNvPr id="9" name="Picture 8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500" y="16667999"/>
            <a:ext cx="741419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252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3960000" cy="5783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240000"/>
            <a:ext cx="8847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94F2D"/>
                </a:solidFill>
                <a:latin typeface="Arial"/>
              </a:rPr>
              <a:t>Nosso Impacto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20000" y="4860000"/>
            <a:ext cx="8847000" cy="0"/>
          </a:xfrm>
          <a:prstGeom prst="line">
            <a:avLst/>
          </a:prstGeom>
          <a:ln w="38100">
            <a:solidFill>
              <a:srgbClr val="E94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0000" y="5400000"/>
            <a:ext cx="9207000" cy="2700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580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94F2D"/>
                </a:solidFill>
                <a:latin typeface="Arial"/>
              </a:rPr>
              <a:t>1.2M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0" y="5688000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Agricultores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0" y="6552000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7C7C"/>
                </a:solidFill>
                <a:latin typeface="Arial"/>
              </a:rPr>
              <a:t>apoiados globalmente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8460000"/>
            <a:ext cx="9207000" cy="2700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8640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94F2D"/>
                </a:solidFill>
                <a:latin typeface="Arial"/>
              </a:rPr>
              <a:t>45+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0" y="8748000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Países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9612000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7C7C"/>
                </a:solidFill>
                <a:latin typeface="Arial"/>
              </a:rPr>
              <a:t>de atuação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11520000"/>
            <a:ext cx="9207000" cy="2700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11700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94F2D"/>
                </a:solidFill>
                <a:latin typeface="Arial"/>
              </a:rP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11807999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Empresas parceiras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12672000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7C7C"/>
                </a:solidFill>
                <a:latin typeface="Arial"/>
              </a:rPr>
              <a:t>em cadeias sustentáveis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14580000"/>
            <a:ext cx="9207000" cy="2700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14760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94F2D"/>
                </a:solidFill>
                <a:latin typeface="Arial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14867999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Redução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0" y="15732000"/>
            <a:ext cx="56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7C7C"/>
                </a:solidFill>
                <a:latin typeface="Arial"/>
              </a:rPr>
              <a:t>de desmatamento em áreas parceiras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16848000"/>
            <a:ext cx="8847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7C7C"/>
                </a:solidFill>
                <a:latin typeface="Arial"/>
              </a:rPr>
              <a:t>earthworm.org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